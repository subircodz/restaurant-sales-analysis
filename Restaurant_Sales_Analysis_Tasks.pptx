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043598-8F3A-4967-AE28-2E22A08D69D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0D78A-4030-4827-9C2D-686155B7413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DB6621B-E7A9-47C0-829D-71AC3C8FF53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69CDA0C-999C-4790-A4EE-1F65EFEA6FA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FDF5DB-D36C-4358-B69E-F6C747F0650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AAF217-24C0-46F0-8251-44712F484CA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B244CE-2899-46AC-8D15-4F72DC39521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134DB3-5055-4DBE-AF62-8FD0B77A220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14D4C-834B-48E8-9294-FD6D8A7AE0E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A8E221-4409-46AB-8ADA-200000D2CE2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5961B1-AF96-4B11-B33A-65D57316FF0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Restaurant Sales Analysis Project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IN" sz="3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Business Scenario: Analyze restaurant orders to generate business insights.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1: Data Understanding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1. Load dataset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2. First &amp; last 5 rows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3. Shape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4. Data types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5. Missing values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6. Duplicates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7. Descriptive statistics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8. Unique values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2: Data Cleaning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Remove duplicates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Handle missing values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Fix inconsistent category names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Correct data types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Validate Quantity &amp; Price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3: Feature Engineering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Create: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Revenue = Quantity × Price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Day_Name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Month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Weekend (Yes/No)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4: Business Analysis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Answer: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Total Revenue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Average Order Value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Highest Revenue City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Highest Revenue Category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Most Sold Item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Most Used Payment Method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Avg Rating by Category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Top 10 Revenue Orders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Orders by Weekday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Monthly Revenue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Highest Quantity Item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Revenue by Payment Method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Top Rated Items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Lowest Performing Category</a:t>
            </a:r>
            <a:br>
              <a:rPr sz="2000"/>
            </a:b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- City-wise Avg Order Value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5: Visualization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Create 8–10 Matplotlib charts covering revenue, city, category, payment, trends, ratings, and top items.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Deliverables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GitHub-ready project, README, business findings, recommendations, and YouTube presentation.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394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2026-07-09T15:29:12Z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